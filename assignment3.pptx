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D6749-CE23-4753-A30D-26A9006D82F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6D4F9-AAA3-4A87-9A22-0C6BA483E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02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D3C3-5C4B-0953-9DAB-1BC7F5189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40930-678E-EEEC-2CDF-447F5303B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0E9E-2A74-6FE2-B9A2-69C1A9D2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71FAE-0B60-42F6-BC14-4286FC79D9F2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4FEBA-15D4-35EF-E90D-C7B10CCE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2125-7358-D1A2-0698-AB99EDC8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8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BC47-C974-6DF7-7731-9332300D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75C02-F395-8F29-5352-DDFBB38C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3945D-9435-60AD-E217-5CDD8D1B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A07D-B42C-424A-A3C3-39BBF4ABA021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5F2E2-62AC-84DC-6E19-EE378BD4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BF53-416D-F6E1-6384-45E13C70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3696-CF4E-D214-7947-FE54F1CF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52B9-457D-7896-59EF-140F362DC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9641E-62AC-F67F-7441-A785C1A1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87C48-74C7-4A18-AF34-E2B760037147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1E2FF-13B1-90D8-6A57-8622B3EA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278F4-7742-943F-3A75-49184EAA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0DF5-41AE-DD9A-5B55-521FE282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6100-0F61-B0A1-4BB2-406E9496B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D7176-E110-86A7-E320-C899451E5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A770F-25F2-9D08-90F1-5B614494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9A7C-CAE2-49E0-ACBE-0D72E40CDDD6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AC94C-13A2-596D-6F20-919E7AD3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899A-84F9-0460-D01B-5BEA75C4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2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45B2-7335-4ACA-717D-16EFA1CD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5937D-E898-66F5-03CD-A3CB90544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6C330-E9D7-6197-D080-2C84EE7DA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36234-EE26-5B95-E305-C40BD3381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65E21-75F7-7996-B3E7-C76F04EC3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7D104-2F38-F546-20A1-FF494265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64884-127E-4790-8C01-986BBB942959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92398-FB04-360E-E118-03CB88E1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3B3DF-3654-645A-8FB6-60B6E4C7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1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CAFF-8AD3-B146-86DE-78B6C37A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B2EF6-6E07-62C8-6579-7E32F007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4FD-DD13-4B8A-BBDE-CB69EABE8B56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41C60-C516-1CD2-35EB-72406EED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768B1-FFC9-33A5-DA71-E83C2ACF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1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CDEFE-FF49-B443-AC56-84C60D95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2C2C-79AC-43CB-82E7-ECD5FA1A3BD1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C7C5B-56C1-DC66-C9A9-C08411CE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8BEEE-9F43-5BE9-A8E9-5E158052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7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342C-585A-1286-9714-CD7C232A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41F26-2285-CEE2-39EF-5CCB5B9B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A0E86-7CC8-32F7-2B03-2DBCF80EF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42790-5288-1B45-33DD-4FADB507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14EA-952C-44B5-8B7F-92C8463AB3F7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74CDF-490E-79AD-60BD-557C2A9D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3EF0F-B8D9-A678-8D52-3375BE03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3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9EF3-867C-49F8-34EF-C0D3B23C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F489F-B5C4-C3E0-0F38-C72CF57BF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0E827-437A-AA3D-39BF-102767816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0F124-D976-1E50-5F0D-A920E4F3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78E43-F3F8-436D-9086-F8A920EE6349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88A27-6965-479D-E91F-7A48277B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A8478-6110-AE42-876F-208EBAB2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6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ECE3-9E3C-6EDC-5288-86E9E7C9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6FC6B-36BF-17E0-4AE0-D5BD1CD05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0F098-7942-719D-D5E6-4583AC2F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E3EDA-0C77-49F3-849E-0524CAD0C56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9F10-15F1-9B3A-D4D7-0770A5E4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8A78-35D7-92DE-1B98-B274192D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7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CBAA5-A4C3-6731-E009-8E41054AC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7CB33-F3F1-B58A-F424-76EDBAD11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6CAA4-C5E4-A1AA-E786-C5928A9F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5D64D-02EB-463E-B0C6-78583A2E529E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E8E0D-04EC-6360-70D0-B9931048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761C-8F17-D8F2-9370-DF7C1557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0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96EFD-01C4-F9AE-798F-41B92FAF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D4315-B061-464B-D812-509B20EEF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E1A3D-DFFE-B0CB-DB6A-0D8047F30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05F4-8624-41AE-AB78-92C5ECC8E44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C6FC8-F26B-598B-39D5-987D27365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KIRABO WHITNEY EDINAH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25B9C-276B-9AD1-A27A-285D02D6D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2D813-64E5-40A1-885F-BDD3B7BC1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0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EACC-0005-F745-AD2F-0EC6FB23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PYTHON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656C-A373-E600-7629-E3CBF9E14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997"/>
            <a:ext cx="10515600" cy="4782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Addition is an operator that adds two numbers </a:t>
            </a:r>
          </a:p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EXAMPLE OF ADDITION OPERATORS</a:t>
            </a:r>
          </a:p>
          <a:p>
            <a:pPr marL="0" indent="0">
              <a:buNone/>
            </a:pPr>
            <a:r>
              <a:rPr lang="en-US" dirty="0"/>
              <a:t>5 + 2 = 7</a:t>
            </a:r>
          </a:p>
          <a:p>
            <a:pPr marL="0" indent="0">
              <a:buNone/>
            </a:pPr>
            <a:r>
              <a:rPr lang="en-US" dirty="0"/>
              <a:t>6 + 0 = 6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Subtraction is an operator that subtracts one number from the other</a:t>
            </a:r>
          </a:p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EXAMPLE OF SUBTRACTION OPERATOR</a:t>
            </a:r>
          </a:p>
          <a:p>
            <a:pPr marL="0" indent="0">
              <a:buNone/>
            </a:pPr>
            <a:r>
              <a:rPr lang="en-US" dirty="0"/>
              <a:t>9 – 8 = 1</a:t>
            </a:r>
          </a:p>
          <a:p>
            <a:pPr marL="0" indent="0">
              <a:buNone/>
            </a:pPr>
            <a:r>
              <a:rPr lang="en-US" dirty="0"/>
              <a:t>10 – 4 = 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F0FC1-E8CB-1912-9C1A-F295F56D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</p:spTree>
    <p:extLst>
      <p:ext uri="{BB962C8B-B14F-4D97-AF65-F5344CB8AC3E}">
        <p14:creationId xmlns:p14="http://schemas.microsoft.com/office/powerpoint/2010/main" val="421852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FA8A-5E24-AE6A-C91C-5B65B7B1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u="sng" dirty="0">
                <a:latin typeface="Arial Black" panose="020B0A04020102020204" pitchFamily="34" charset="0"/>
              </a:rPr>
              <a:t>COMPARISON OPERATORS</a:t>
            </a:r>
            <a:r>
              <a:rPr lang="en-US" dirty="0"/>
              <a:t>. These compare two values and give true or false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837D-264F-8A36-7B8A-47FC1B65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01"/>
            <a:ext cx="10515600" cy="5534545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The Equal to operator</a:t>
            </a:r>
            <a:r>
              <a:rPr lang="en-US" dirty="0"/>
              <a:t>. This operator enables us to find out if the values are the same</a:t>
            </a:r>
          </a:p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EXAMPLE OF EQUAL TO OPERATOR</a:t>
            </a:r>
          </a:p>
          <a:p>
            <a:pPr marL="0" indent="0">
              <a:buNone/>
            </a:pPr>
            <a:r>
              <a:rPr lang="en-US" dirty="0"/>
              <a:t>5 == 8 . This example will be false                  </a:t>
            </a:r>
          </a:p>
          <a:p>
            <a:pPr marL="0" indent="0">
              <a:buNone/>
            </a:pPr>
            <a:r>
              <a:rPr lang="en-US" dirty="0"/>
              <a:t>8 == 8. This example will be true </a:t>
            </a:r>
          </a:p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Greater than operator</a:t>
            </a:r>
            <a:r>
              <a:rPr lang="en-US" dirty="0"/>
              <a:t>. This shows if a value is greater than the other value</a:t>
            </a:r>
          </a:p>
          <a:p>
            <a:pPr marL="0" indent="0">
              <a:buNone/>
            </a:pPr>
            <a:r>
              <a:rPr lang="en-US" u="sng" dirty="0">
                <a:latin typeface="Arial Black" panose="020B0A04020102020204" pitchFamily="34" charset="0"/>
              </a:rPr>
              <a:t>EXAMPLE OF GREATER THAN OPERATOR</a:t>
            </a:r>
          </a:p>
          <a:p>
            <a:pPr marL="0" indent="0">
              <a:buNone/>
            </a:pPr>
            <a:r>
              <a:rPr lang="en-US" dirty="0"/>
              <a:t>90 &gt; 2. This example will be true</a:t>
            </a:r>
          </a:p>
          <a:p>
            <a:pPr marL="0" indent="0">
              <a:buNone/>
            </a:pPr>
            <a:r>
              <a:rPr lang="en-US" dirty="0"/>
              <a:t>2  &gt; 90. This example will be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E0877-57C4-C405-353D-56E0CEEF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</p:spTree>
    <p:extLst>
      <p:ext uri="{BB962C8B-B14F-4D97-AF65-F5344CB8AC3E}">
        <p14:creationId xmlns:p14="http://schemas.microsoft.com/office/powerpoint/2010/main" val="141094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E9E6-E7F9-61E3-0B63-07FB9C87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>
                <a:latin typeface="Arial Black" panose="020B0A04020102020204" pitchFamily="34" charset="0"/>
              </a:rPr>
              <a:t>LOGICAL OPERATORS. </a:t>
            </a:r>
            <a:r>
              <a:rPr lang="en-US" dirty="0">
                <a:latin typeface="+mn-lt"/>
              </a:rPr>
              <a:t>These operators give true or false if both conditions are true. </a:t>
            </a:r>
            <a:br>
              <a:rPr lang="en-US" u="sng" dirty="0">
                <a:latin typeface="Arial Black" panose="020B0A04020102020204" pitchFamily="34" charset="0"/>
              </a:rPr>
            </a:br>
            <a:endParaRPr lang="en-US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077F4-CC4D-528E-0A76-114FD351E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7B971-AE87-6D52-4DD5-28AAC462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</p:spTree>
    <p:extLst>
      <p:ext uri="{BB962C8B-B14F-4D97-AF65-F5344CB8AC3E}">
        <p14:creationId xmlns:p14="http://schemas.microsoft.com/office/powerpoint/2010/main" val="39653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E141-57FA-3295-7F72-8FD138A1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MEMBERSHIP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7D33-5E70-8865-2949-E35D427AE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EXAMPLE OF MEMBERSHIP OPERATORS</a:t>
            </a:r>
          </a:p>
          <a:p>
            <a:pPr marL="0" indent="0">
              <a:buNone/>
            </a:pPr>
            <a:r>
              <a:rPr lang="en-US" u="sng" dirty="0"/>
              <a:t>IN operators </a:t>
            </a:r>
            <a:r>
              <a:rPr lang="en-US" dirty="0"/>
              <a:t>. These tell you if a value if found in a sequence </a:t>
            </a:r>
            <a:r>
              <a:rPr lang="en-US" dirty="0" err="1"/>
              <a:t>e.g</a:t>
            </a:r>
            <a:r>
              <a:rPr lang="en-US" dirty="0"/>
              <a:t> E is in Whitney</a:t>
            </a:r>
          </a:p>
          <a:p>
            <a:pPr marL="0" indent="0">
              <a:buNone/>
            </a:pPr>
            <a:r>
              <a:rPr lang="en-US" u="sng" dirty="0"/>
              <a:t>NOT IN operators</a:t>
            </a:r>
            <a:r>
              <a:rPr lang="en-US" dirty="0"/>
              <a:t>. These tell you if a value is not found in the sequence </a:t>
            </a:r>
            <a:r>
              <a:rPr lang="en-US" dirty="0" err="1"/>
              <a:t>e.g</a:t>
            </a:r>
            <a:r>
              <a:rPr lang="en-US" dirty="0"/>
              <a:t> K is not in Whitney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7567C-6A1E-9DA5-0D62-166AD1AE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</p:spTree>
    <p:extLst>
      <p:ext uri="{BB962C8B-B14F-4D97-AF65-F5344CB8AC3E}">
        <p14:creationId xmlns:p14="http://schemas.microsoft.com/office/powerpoint/2010/main" val="194648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7D3D-1F22-58FD-E23E-6566B9DE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F643-0F70-AABD-EE24-D21FD77FB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0871"/>
            <a:ext cx="5181600" cy="4351338"/>
          </a:xfrm>
        </p:spPr>
        <p:txBody>
          <a:bodyPr/>
          <a:lstStyle/>
          <a:p>
            <a:r>
              <a:rPr lang="en-US" u="sng" dirty="0"/>
              <a:t>+= assign operator</a:t>
            </a:r>
            <a:r>
              <a:rPr lang="en-US" dirty="0"/>
              <a:t>. This is used to add and give a value a new value </a:t>
            </a:r>
          </a:p>
          <a:p>
            <a:r>
              <a:rPr lang="en-US" u="sng" dirty="0"/>
              <a:t>EXAMPLES</a:t>
            </a:r>
            <a:r>
              <a:rPr lang="en-US" dirty="0"/>
              <a:t> </a:t>
            </a:r>
          </a:p>
          <a:p>
            <a:r>
              <a:rPr lang="en-US" dirty="0"/>
              <a:t>Let x be 5</a:t>
            </a:r>
          </a:p>
          <a:p>
            <a:r>
              <a:rPr lang="en-US" dirty="0"/>
              <a:t>X = 5</a:t>
            </a:r>
          </a:p>
          <a:p>
            <a:r>
              <a:rPr lang="en-US" dirty="0"/>
              <a:t>X += 3</a:t>
            </a:r>
          </a:p>
          <a:p>
            <a:r>
              <a:rPr lang="en-US" dirty="0"/>
              <a:t>The new value of x will be (x=8)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7B30F-0334-531D-19B0-E5470B6AB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0871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-= assign operator </a:t>
            </a:r>
            <a:r>
              <a:rPr lang="en-US" dirty="0"/>
              <a:t>. This is used to subtract a value and give the value a new value.</a:t>
            </a:r>
          </a:p>
          <a:p>
            <a:pPr marL="0" indent="0">
              <a:buNone/>
            </a:pPr>
            <a:r>
              <a:rPr lang="en-US" u="sng" dirty="0"/>
              <a:t>EXAMPLES</a:t>
            </a:r>
          </a:p>
          <a:p>
            <a:pPr marL="0" indent="0">
              <a:buNone/>
            </a:pPr>
            <a:r>
              <a:rPr lang="en-US" dirty="0"/>
              <a:t>Let y be 8</a:t>
            </a:r>
          </a:p>
          <a:p>
            <a:pPr marL="0" indent="0">
              <a:buNone/>
            </a:pPr>
            <a:r>
              <a:rPr lang="en-US" dirty="0"/>
              <a:t>Y = 8</a:t>
            </a:r>
          </a:p>
          <a:p>
            <a:pPr marL="0" indent="0">
              <a:buNone/>
            </a:pPr>
            <a:r>
              <a:rPr lang="en-US" dirty="0"/>
              <a:t>Y -= 5</a:t>
            </a:r>
          </a:p>
          <a:p>
            <a:pPr marL="0" indent="0">
              <a:buNone/>
            </a:pPr>
            <a:r>
              <a:rPr lang="en-US" dirty="0"/>
              <a:t>The new value of y will be (y=3)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95493-76AD-8E31-3DFC-5138F918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KIRABO WHITNEY EDINAH</a:t>
            </a:r>
          </a:p>
        </p:txBody>
      </p:sp>
    </p:spTree>
    <p:extLst>
      <p:ext uri="{BB962C8B-B14F-4D97-AF65-F5344CB8AC3E}">
        <p14:creationId xmlns:p14="http://schemas.microsoft.com/office/powerpoint/2010/main" val="414020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307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PYTHON ARITHMETIC OPERATORS</vt:lpstr>
      <vt:lpstr>COMPARISON OPERATORS. These compare two values and give true or false answers</vt:lpstr>
      <vt:lpstr>LOGICAL OPERATORS. These operators give true or false if both conditions are true.  </vt:lpstr>
      <vt:lpstr>MEMBERSHIP OPERATORS</vt:lpstr>
      <vt:lpstr>ASSIGNMENT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bush kenny</dc:creator>
  <cp:lastModifiedBy>bush kenny</cp:lastModifiedBy>
  <cp:revision>3</cp:revision>
  <dcterms:created xsi:type="dcterms:W3CDTF">2026-06-29T07:54:12Z</dcterms:created>
  <dcterms:modified xsi:type="dcterms:W3CDTF">2026-06-29T14:28:26Z</dcterms:modified>
</cp:coreProperties>
</file>